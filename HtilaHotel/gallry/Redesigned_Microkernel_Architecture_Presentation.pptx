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Microkernel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 • Comparison • Advantages • Disadvantages • Modern Updates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1. Introduction to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• Operating System (OS) manages hardware and software resources.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Kernel is the core component of an OS.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Different kernel architectures exist (Monolithic, Microkernel, Hybrid).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2. What is a Microkernel?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• A minimal kernel design philosophy.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Only essential services run in kernel mode.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Other services (drivers, file systems) run in user space.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Focuses on modularity, security, and stability.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3. Core Functions of Microkernel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• Process Management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Memory Management (basic level)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Inter-Process Communication (IPC)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CPU Scheduling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Low-level hardware abstraction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4. Architecture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Kernel Space: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   • IPC mechanism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   • Scheduler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   • Basic memory management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User Space: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   • Device drivers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   • File systems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   • Network services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   • System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5. How Microkernel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• Applications send requests using IPC.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Services communicate through message passing.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Each service runs independently.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Failure in one service does not crash the whole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6. Comparison with Monolithic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Microkernel: Small size, modular, secure, stable.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Monolithic: Large size, faster execution, less modular.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Microkernel uses message passing;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Monolithic uses direct function calls.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7. Detailed 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Feature      | Microkernel | Monolithic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Kernel Size  | Small       | Large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Performance  | Moderate    | High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Security     | High        | Moderate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Stability    | High        | Lower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Flexibility  | High        | Limited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8.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• High security and fault isolation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Improved system stability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Easier maintenance and debugging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Portable design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Better for distributed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9.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• Performance overhead due to IPC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More context switching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Complex design implementation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Slightly slower than monolithic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10. Modern / Updated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• Hybrid kernels combine microkernel and monolithic features.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Improved IPC performance.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Optimized scheduling mechanisms.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Better hardware and multi-core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11. Real 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• MINIX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QNX (Real-time OS)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Mach Kernel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L4 Microkernel family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12.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• Embedded systems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Automotive control systems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Aerospace systems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Real-time systems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Secure operating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13.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• Microkernel provides a modular and secure architecture.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Enhances reliability through fault isolation.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Suitable for modern embedded and secure systems.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Trade-off between performance and modularity.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93C78"/>
                </a:solidFill>
              </a:defRPr>
            </a:pPr>
            <a:r>
              <a:t>14.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• Operating System Concepts – Silberschatz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Modern Operating Systems – Andrew S. Tanenbaum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Research articles on Microkernel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